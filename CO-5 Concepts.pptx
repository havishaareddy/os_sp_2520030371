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67" r:id="rId12"/>
  </p:sldIdLst>
  <p:sldSz cx="18288000" cy="10287000"/>
  <p:notesSz cx="6858000" cy="9144000"/>
  <p:embeddedFontLst>
    <p:embeddedFont>
      <p:font typeface="Agrandir Wide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unito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2000" y="1409700"/>
            <a:ext cx="15049500" cy="1319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791"/>
              </a:lnSpc>
            </a:pPr>
            <a:r>
              <a:rPr lang="en-US" sz="5400" b="1" dirty="0" err="1">
                <a:solidFill>
                  <a:srgbClr val="303870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Inodes</a:t>
            </a:r>
            <a:r>
              <a:rPr lang="en-US" sz="5400" b="1" dirty="0">
                <a:solidFill>
                  <a:srgbClr val="303870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, Directory Entries and  File Naming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000" y="4027171"/>
            <a:ext cx="9079521" cy="838151"/>
            <a:chOff x="0" y="0"/>
            <a:chExt cx="1913388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04850" y="4167708"/>
            <a:ext cx="8999232" cy="527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Understanding Organization in a File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62025"/>
            <a:ext cx="2948357" cy="55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endParaRPr lang="en-US" sz="324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5400" y="6743700"/>
            <a:ext cx="6680614" cy="402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0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Presented by-</a:t>
            </a:r>
          </a:p>
          <a:p>
            <a:pPr algn="l">
              <a:lnSpc>
                <a:spcPts val="4540"/>
              </a:lnSpc>
            </a:pPr>
            <a:endParaRPr lang="en-US" sz="3200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algn="l">
              <a:lnSpc>
                <a:spcPts val="4540"/>
              </a:lnSpc>
            </a:pPr>
            <a:r>
              <a:rPr lang="en-US" sz="320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Team 9:</a:t>
            </a:r>
          </a:p>
          <a:p>
            <a:pPr algn="l">
              <a:lnSpc>
                <a:spcPts val="4540"/>
              </a:lnSpc>
            </a:pPr>
            <a:r>
              <a:rPr lang="en-US" sz="320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2520030159 – B. Hema Sri</a:t>
            </a:r>
          </a:p>
          <a:p>
            <a:pPr algn="l">
              <a:lnSpc>
                <a:spcPts val="4540"/>
              </a:lnSpc>
            </a:pPr>
            <a:r>
              <a:rPr lang="en-US" sz="320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2520030371 – P. </a:t>
            </a:r>
            <a:r>
              <a:rPr lang="en-US" sz="3200" dirty="0" err="1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Havishaa</a:t>
            </a:r>
            <a:endParaRPr lang="en-US" sz="3200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algn="l">
              <a:lnSpc>
                <a:spcPts val="4540"/>
              </a:lnSpc>
            </a:pPr>
            <a:r>
              <a:rPr lang="en-US" sz="320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2520030446 – K. </a:t>
            </a:r>
            <a:r>
              <a:rPr lang="en-US" sz="3200" dirty="0" err="1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Satwik</a:t>
            </a:r>
            <a:r>
              <a:rPr lang="en-US" sz="3200" dirty="0">
                <a:solidFill>
                  <a:srgbClr val="30387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Reddy</a:t>
            </a:r>
          </a:p>
          <a:p>
            <a:pPr algn="l">
              <a:lnSpc>
                <a:spcPts val="4540"/>
              </a:lnSpc>
            </a:pPr>
            <a:endParaRPr lang="en-US" sz="3243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952500"/>
            <a:ext cx="9809969" cy="1051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US" sz="5400" b="1" dirty="0">
                <a:solidFill>
                  <a:srgbClr val="303870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600" y="2476500"/>
            <a:ext cx="12534900" cy="8628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3200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>
              <a:lnSpc>
                <a:spcPts val="3696"/>
              </a:lnSpc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File System?</a:t>
            </a:r>
          </a:p>
          <a:p>
            <a:pPr>
              <a:lnSpc>
                <a:spcPts val="3696"/>
              </a:lnSpc>
            </a:pP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696"/>
              </a:lnSpc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file system is a method used by an operating system to organize, store, manage, and access files and directories on a storage device.</a:t>
            </a:r>
          </a:p>
          <a:p>
            <a:pPr>
              <a:lnSpc>
                <a:spcPts val="3696"/>
              </a:lnSpc>
            </a:pP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696"/>
              </a:lnSpc>
            </a:pP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Functions:</a:t>
            </a:r>
          </a:p>
          <a:p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Organizes files and directories.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Keeps track of file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storage space.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methods to create, read, write, and delete 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the operating system locate and access files.</a:t>
            </a:r>
          </a:p>
          <a:p>
            <a:pPr algn="ctr">
              <a:lnSpc>
                <a:spcPts val="3696"/>
              </a:lnSpc>
            </a:pPr>
            <a:endParaRPr lang="en-US" sz="3200" dirty="0">
              <a:solidFill>
                <a:schemeClr val="tx2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algn="ctr">
              <a:lnSpc>
                <a:spcPts val="3696"/>
              </a:lnSpc>
            </a:pPr>
            <a:endParaRPr lang="en-US" sz="3200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algn="ctr">
              <a:lnSpc>
                <a:spcPts val="3696"/>
              </a:lnSpc>
            </a:pPr>
            <a:endParaRPr lang="en-US" sz="3200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algn="ctr">
              <a:lnSpc>
                <a:spcPts val="3696"/>
              </a:lnSpc>
            </a:pPr>
            <a:endParaRPr lang="en-US" sz="3200" dirty="0">
              <a:solidFill>
                <a:srgbClr val="30387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495300"/>
            <a:ext cx="9809969" cy="1050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NAMING</a:t>
            </a:r>
            <a:endParaRPr lang="en-US" sz="5400" b="1" dirty="0">
              <a:solidFill>
                <a:schemeClr val="tx2"/>
              </a:solidFill>
              <a:latin typeface="Arial" panose="020B0604020202020204" pitchFamily="34" charset="0"/>
              <a:ea typeface="Agrandir Wide Bold"/>
              <a:cs typeface="Arial" panose="020B0604020202020204" pitchFamily="34" charset="0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62460F-A381-4E2E-88EB-240D5EAE6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47900"/>
            <a:ext cx="16033556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 naming is the process of assigning names to files and directories so that users can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easily identify and access them.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Examples 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notes.txt, photo.jpg,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program.c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report.pdf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 Path: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file can be accessed using its path. 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/home/student/notes.txt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Makes files easy to identify.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Helps organize files into directories.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Paths specify the location of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Filenames are associated with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through directory entries.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34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495300"/>
            <a:ext cx="9809969" cy="1050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 ENTRIES</a:t>
            </a:r>
            <a:endParaRPr lang="en-US" sz="5400" b="1" dirty="0">
              <a:solidFill>
                <a:schemeClr val="tx2"/>
              </a:solidFill>
              <a:latin typeface="Arial" panose="020B0604020202020204" pitchFamily="34" charset="0"/>
              <a:ea typeface="Agrandir Wide Bold"/>
              <a:cs typeface="Arial" panose="020B0604020202020204" pitchFamily="34" charset="0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95500"/>
            <a:ext cx="17085126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directory entry is a data structure within a directory that records the name of a file or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subdirectory and its associated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number.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Directory entries provide the link between the human-readable filename and the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used by the file system to manage the file.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directory entry contains: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Filename,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number, File type information.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It Works: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Filename → Directory Entry →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directory entry does not contain the actual file contents. It provides the information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needed to locate </a:t>
            </a:r>
            <a:r>
              <a:rPr lang="en-US" alt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corresponding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notes.txt →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1250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Here, the directory entry associates the filename notes.txt with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1250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722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495300"/>
            <a:ext cx="9809969" cy="1050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endParaRPr lang="en-US" sz="5400" b="1" dirty="0">
              <a:solidFill>
                <a:schemeClr val="tx2"/>
              </a:solidFill>
              <a:latin typeface="Arial" panose="020B0604020202020204" pitchFamily="34" charset="0"/>
              <a:ea typeface="Agrandir Wide Bold"/>
              <a:cs typeface="Arial" panose="020B0604020202020204" pitchFamily="34" charset="0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03057"/>
            <a:ext cx="16807806" cy="84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(index node) is a data structure used by Unix/Linux file systems to store important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about a file and information about where the file's contents are stored.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stores: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type, Permissions, Owner, File size, Timestamps and Data block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normally does not store the filename.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filename is stored in the directory entry, which connects the filename to the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allows the file system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track of important information about a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file permissions and ownership.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Locate the actual contents of the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Relationship: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 → Directory Entry →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Data Blocks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39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495300"/>
            <a:ext cx="9809969" cy="1050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 AND DATA BLOCKS:</a:t>
            </a:r>
            <a:endParaRPr lang="en-US" sz="5400" b="1" dirty="0">
              <a:solidFill>
                <a:schemeClr val="tx2"/>
              </a:solidFill>
              <a:latin typeface="Arial" panose="020B0604020202020204" pitchFamily="34" charset="0"/>
              <a:ea typeface="Agrandir Wide Bold"/>
              <a:cs typeface="Arial" panose="020B0604020202020204" pitchFamily="34" charset="0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1820287"/>
            <a:ext cx="17634956" cy="797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blocks are storage areas used by the file system to store the actual contents of a file.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the text, image, video, or program stored in a file is kept in data blocks.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contains pointers or references to the data blocks where the file's contents are stored.</a:t>
            </a:r>
          </a:p>
          <a:p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information about the file.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metadata.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information about where the file data is located.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Blocks: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the actual contents of the file.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Relationship: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Data Block Information → Actual File Contents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data blocks work together to allow the file system to locate and access a file’s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contents.</a:t>
            </a:r>
          </a:p>
        </p:txBody>
      </p:sp>
    </p:spTree>
    <p:extLst>
      <p:ext uri="{BB962C8B-B14F-4D97-AF65-F5344CB8AC3E}">
        <p14:creationId xmlns:p14="http://schemas.microsoft.com/office/powerpoint/2010/main" val="234119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495300"/>
            <a:ext cx="124206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THEY WORK TOGETHER: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" y="1649849"/>
            <a:ext cx="17447405" cy="84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Name → Directory Entry → 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Data Blocks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components work together to locate and access a file.</a:t>
            </a:r>
          </a:p>
          <a:p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Step-by-Step:</a:t>
            </a: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File Name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user identifies the file using its name.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Directory Entry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directory entry associates the filename with an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number.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provides the file's metadata and information about where its data is stored.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Data Blocks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 blocks contain the actual contents of the file.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Relationship: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 → Directory Entry →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Data Blocks → File Contents</a:t>
            </a:r>
          </a:p>
        </p:txBody>
      </p:sp>
    </p:spTree>
    <p:extLst>
      <p:ext uri="{BB962C8B-B14F-4D97-AF65-F5344CB8AC3E}">
        <p14:creationId xmlns:p14="http://schemas.microsoft.com/office/powerpoint/2010/main" val="134012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" y="495300"/>
            <a:ext cx="980996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2118837"/>
            <a:ext cx="17041653" cy="797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filename is the name assigned to a file or directory so that it can be identified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and accessed.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 Entry: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directory entry is a record that associates a filename with its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corresponding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data structure that stores metadata about a file or directory and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information needed to locate its data.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Blocks: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blocks are storage areas that contain the actual contents of a file.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Relationship: 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Filename → Directory Entry →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Data Blocks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1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87887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2887" y="954461"/>
            <a:ext cx="1347311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AND IMPORTANCE: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06" y="2195036"/>
            <a:ext cx="17011094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These Structures Important?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Filenames, directory entries,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data blocks work together to manage files efficiently.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Benefits: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File Access: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the operating system locate and access file information and contents.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Organization: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Directories provide a structured way to organize files and subdirectories.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 Management: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store important information such as permissions, ownership, size,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and timestamps.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Control: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permissions stored in the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help control access to 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Management: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blocks store file contents, while the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keeps information about their locations.</a:t>
            </a:r>
          </a:p>
        </p:txBody>
      </p:sp>
    </p:spTree>
    <p:extLst>
      <p:ext uri="{BB962C8B-B14F-4D97-AF65-F5344CB8AC3E}">
        <p14:creationId xmlns:p14="http://schemas.microsoft.com/office/powerpoint/2010/main" val="101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2887" y="954461"/>
            <a:ext cx="980996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GB" sz="5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2000" y="6858000"/>
            <a:ext cx="12534900" cy="43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BD26A3-18DB-485E-8409-934236CB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06" y="2687480"/>
            <a:ext cx="16782494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file system uses different structures to organize and manage files.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Naming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provides a way to identify 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Directory Entries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connect filenames to their corresponding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store important information about files and help locate their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Blocks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store the actual file contents.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Concept: </a:t>
            </a: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Filename → Directory Entry → 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Inode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Data Blocks</a:t>
            </a:r>
          </a:p>
          <a:p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Together, these components allow the operating system to store, locate, manage, and access files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516511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534337"/>
            <a:ext cx="10208996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1" dirty="0">
                <a:solidFill>
                  <a:srgbClr val="303870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981</Words>
  <Application>Microsoft Office PowerPoint</Application>
  <PresentationFormat>Custom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Agrandir Wide Bold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Beige Simple Project Proposal Presentation</dc:title>
  <dc:creator>Havishaa Reddy</dc:creator>
  <cp:lastModifiedBy>MADHU</cp:lastModifiedBy>
  <cp:revision>13</cp:revision>
  <dcterms:created xsi:type="dcterms:W3CDTF">2006-08-16T00:00:00Z</dcterms:created>
  <dcterms:modified xsi:type="dcterms:W3CDTF">2026-10-08T03:15:18Z</dcterms:modified>
  <dc:identifier>DAHWo_VgX2w</dc:identifier>
</cp:coreProperties>
</file>